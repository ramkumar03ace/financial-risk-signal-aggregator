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01 · UNDERSTANDING 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PROBLEM UNDERSTANDING AND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6675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Fragmented review:  </a:t>
            </a:r>
            <a:r>
              <a:rPr sz="1450">
                <a:solidFill>
                  <a:srgbClr val="334155"/>
                </a:solidFill>
                <a:latin typeface="Segoe UI"/>
              </a:rPr>
              <a:t>compliance &amp; risk teams manually cross-check transaction alerts, customer/KYC records and external adverse-media notes — slow, inconsistent, and dependent on individual judgement.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No correlation:  </a:t>
            </a:r>
            <a:r>
              <a:rPr sz="1450">
                <a:solidFill>
                  <a:srgbClr val="334155"/>
                </a:solidFill>
                <a:latin typeface="Segoe UI"/>
              </a:rPr>
              <a:t>each source lives in a silo. A weak signal in one system (a KYC gap) is never combined with a weak signal in another (a cash pattern, a news hit) to reveal the real picture.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Alert fatigue:  </a:t>
            </a:r>
            <a:r>
              <a:rPr sz="1450">
                <a:solidFill>
                  <a:srgbClr val="334155"/>
                </a:solidFill>
                <a:latin typeface="Segoe UI"/>
              </a:rPr>
              <a:t>analysts triage large volumes with no reliable way to know which few cases matter most, right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864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>
                <a:solidFill>
                  <a:srgbClr val="334155"/>
                </a:solidFill>
                <a:latin typeface="Segoe UI"/>
              </a:rPr>
              <a:t>An analyst sees WHO to review first, WHY (with cited evidence), and WHAT to do next — not a bigger data dump.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1417320"/>
            <a:ext cx="4160520" cy="5074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691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3C5FD"/>
                </a:solidFill>
                <a:latin typeface="Segoe U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5740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Build a 3-day AI proof-of-concept that ingests structured + unstructured financial data and produces a prioritised, risk-scored, explainable summary.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3611880"/>
            <a:ext cx="324612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7947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3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08736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transactions · KYC records · adverse-media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45312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11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745736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explainable, weighted signal detectors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11149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0–100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40410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auditable risk score → 4 priority tiers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76986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5 personas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606247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incl. a clean control case to prove precision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02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SOLUTION ARCHITECTURE AND DESIGN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BEAFE"/>
                </a:solidFill>
                <a:latin typeface="Segoe UI"/>
              </a:rPr>
              <a:t>Core design principle:  </a:t>
            </a:r>
            <a:r>
              <a:rPr sz="1500" b="1">
                <a:solidFill>
                  <a:srgbClr val="FFFFFF"/>
                </a:solidFill>
                <a:latin typeface="Segoe UI"/>
              </a:rPr>
              <a:t>Deterministic rules SCORE the risk (auditable, 0–100)  ·  Gemini EXPLAINS it (grounded in evidence, never invents the number)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CSV transactions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JSON customers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Pasted alert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820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94661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04389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4389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4389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pandas: parse,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standardise,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join on customer_id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61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6402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96130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6130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RULE ENGINE +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LLM 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6130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11 weighted rules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+ Gemini structures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unstructured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02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87871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SCORING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7871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Sum weights (cap 100)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→ tier → ranked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priority register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5043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9884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9612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9612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AI REASONING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9612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Gemini writes grounded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rationale + action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per entity + exec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6784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1625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71353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1353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71353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Streamlit: register,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drill-down, charts,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NL query, 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11201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Why this shape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07492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Explainable by construction:  </a:t>
            </a:r>
            <a:r>
              <a:rPr sz="1250">
                <a:solidFill>
                  <a:srgbClr val="334155"/>
                </a:solidFill>
                <a:latin typeface="Segoe UI"/>
              </a:rPr>
              <a:t>stages 1–4 run with zero LLM calls — a complete, reproducible risk register exists before any AI narrative is added.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Multi-source correlation:  </a:t>
            </a:r>
            <a:r>
              <a:rPr sz="1250">
                <a:solidFill>
                  <a:srgbClr val="334155"/>
                </a:solidFill>
                <a:latin typeface="Segoe UI"/>
              </a:rPr>
              <a:t>weak signals from 3 different sources aggregate per customer_id into one strong, prioritised case.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07492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Graceful degradation:  </a:t>
            </a:r>
            <a:r>
              <a:rPr sz="1250">
                <a:solidFill>
                  <a:srgbClr val="334155"/>
                </a:solidFill>
                <a:latin typeface="Segoe UI"/>
              </a:rPr>
              <a:t>every Gemini call has a templated/heuristic fallback — the app never breaks if a key or quota is missing.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Compliance-defensible:  </a:t>
            </a:r>
            <a:r>
              <a:rPr sz="1250">
                <a:solidFill>
                  <a:srgbClr val="334155"/>
                </a:solidFill>
                <a:latin typeface="Segoe UI"/>
              </a:rPr>
              <a:t>an analyst can trace any score back to the exact rule and evidence that produced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03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" y="1280160"/>
            <a:ext cx="5193792" cy="3246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6177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entity drill-down with real Gemini rationale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63550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# config.py — every weight is a named, auditable constant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WEIGHTS = {"STRUCTURING": 30, "HIGH_RISK_JURISDICTION": 25,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           "PASS_THROUGH": 25, "VELOCITY_SPIKE": 20, "ADVERSE_MEDIA": 20, ...}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def score_to_tier(score):  # 0-24 Low · 25-49 Med · 50-74 High · 75-100 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Technical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69164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11 explainable rules —  </a:t>
            </a:r>
            <a:r>
              <a:rPr sz="1250">
                <a:solidFill>
                  <a:srgbClr val="334155"/>
                </a:solidFill>
                <a:latin typeface="Segoe UI"/>
              </a:rPr>
              <a:t>structuring, pass-through layering, sanctioned-jurisdiction exposure, velocity spikes, dormant reactivation, PEP, KYC gaps, adverse media, and more.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Gemini does 2 jobs only —  </a:t>
            </a:r>
            <a:r>
              <a:rPr sz="1250">
                <a:solidFill>
                  <a:srgbClr val="334155"/>
                </a:solidFill>
                <a:latin typeface="Segoe UI"/>
              </a:rPr>
              <a:t>(a) parse free-text alerts into structured {entity, severity, summary} hits, (b) write the rationale + recommended action. It never sets the score.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Guardrailed prompts —  </a:t>
            </a:r>
            <a:r>
              <a:rPr sz="1250">
                <a:solidFill>
                  <a:srgbClr val="334155"/>
                </a:solidFill>
                <a:latin typeface="Segoe UI"/>
              </a:rPr>
              <a:t>every prompt instructs "use only the supplied evidence"; JSON output is validated with pydantic and retried once before falling back.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Model resilience —  </a:t>
            </a:r>
            <a:r>
              <a:rPr sz="1250">
                <a:solidFill>
                  <a:srgbClr val="334155"/>
                </a:solidFill>
                <a:latin typeface="Segoe UI"/>
              </a:rPr>
              <a:t>free-tier pinned Gemini versions were retired mid-build; switched to rolling '-latest' aliases with an automatic secondary-model retry.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5029200"/>
            <a:ext cx="4572000" cy="150876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1663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563EB"/>
                </a:solidFill>
                <a:latin typeface="Segoe UI"/>
              </a:rPr>
              <a:t>Verified,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468112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7/7 pytest scenario tests pass (planted cases land in expected tiers)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Full pipeline run against the live Gemini API, screenshots captured from the running app — not mockups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04 ·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CHALLENGES AND LEARNINGS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715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Explainability vs. black-box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single end-to-end LLM score would be faster to build but indefensible to a regulator. Trade-off resolved by splitting scoring (deterministic) from narrative (AI) — slower to build, defensible to ship.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24328"/>
            <a:ext cx="57150" cy="10972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Hallucination risk in the rationale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62656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An LLM asked to 'explain risk' will happily invent supporting facts. Mitigated with evidence-only prompt constraints, strict JSON schemas, and a rule that the model can restate but never alter the score.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31336"/>
            <a:ext cx="57150" cy="10972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6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Precision vs. 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69664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model that flags everyone is useless. Added a deliberately clean control customer to the sample data — the register must score them 0/Low, proving the system doesn't just over-flag.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038344"/>
            <a:ext cx="57150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92624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Free-tier model churn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76672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Pinned Gemini model versions (2.0-flash, 2.5-flash) were already retired for new API keys mid-build. Learning: depend on rolling '-latest' aliases plus a fallback model, not a pinned version string.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DEMO SUMMARY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868" y="1280160"/>
            <a:ext cx="4901184" cy="306324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3891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portfolio overview with AI executive summary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00600"/>
            <a:ext cx="6355080" cy="17373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0352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Repo:  github.com/ramkumar03ace/Financial-Risk-Signal-Aggregator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Live demo:  financial-risk-signal-aggregator-production.up.railway.app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035040"/>
            <a:ext cx="5806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Video: &lt;3-min walkthrough (data in → AI analysis → risk summary 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was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Working end-to-end prototype: ingestion → 11-rule engine → 0-100 explainable score → Gemini rationale → Streamlit dashboard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5 planted scenarios incl. a clean control case; 7/7 automated tests passing; graceful no-API-key fallback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429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Next steps, with more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840480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Real sanctions data:  </a:t>
            </a:r>
            <a:r>
              <a:rPr sz="1200">
                <a:solidFill>
                  <a:srgbClr val="334155"/>
                </a:solidFill>
                <a:latin typeface="Segoe UI"/>
              </a:rPr>
              <a:t>live OFAC / UN / EU list APIs in place of the illustrative watchlist.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Network analysis:  </a:t>
            </a:r>
            <a:r>
              <a:rPr sz="1200">
                <a:solidFill>
                  <a:srgbClr val="334155"/>
                </a:solidFill>
                <a:latin typeface="Segoe UI"/>
              </a:rPr>
              <a:t>graph-based correlation across shared counterparties, not just per-customer.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Feedback loop:  </a:t>
            </a:r>
            <a:r>
              <a:rPr sz="1200">
                <a:solidFill>
                  <a:srgbClr val="334155"/>
                </a:solidFill>
                <a:latin typeface="Segoe UI"/>
              </a:rPr>
              <a:t>let analyst dispositions (true/false positive) auto-tune rule weights over time.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Case management:  </a:t>
            </a:r>
            <a:r>
              <a:rPr sz="1200">
                <a:solidFill>
                  <a:srgbClr val="334155"/>
                </a:solidFill>
                <a:latin typeface="Segoe UI"/>
              </a:rPr>
              <a:t>assign, comment, and audit-log each investigation from inside the dashboard.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Streaming ingestion:  </a:t>
            </a:r>
            <a:r>
              <a:rPr sz="1200">
                <a:solidFill>
                  <a:srgbClr val="334155"/>
                </a:solidFill>
                <a:latin typeface="Segoe UI"/>
              </a:rPr>
              <a:t>move from batch CSV/JSON to a live transaction feed.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